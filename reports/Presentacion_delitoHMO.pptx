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00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5E784-3486-6093-CAA0-2FBB056EF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FE4461-C34C-E1EE-33CC-D5AE64D43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95956E-20F9-183E-21D0-1795322F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AE6DD8-AD75-5610-8156-3D869785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700DCA-D2E1-739D-7887-15494E43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374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99803C-CB97-0717-FE55-4E7C12FF7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7413A3-7BD8-B2B4-A10A-88B3D2E97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A01A8A-3FC4-F856-BF42-4E9CBFA9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E15528-4B5C-B1C1-D8C7-AFFF511C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C35A7F-7DF2-301B-B79D-D72DF68C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0407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8B031-C6DC-08D7-ABDD-2FC65AAA6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EAC38-BC0F-E7EE-97B0-9244505C7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BB8D7E-41E8-A7AE-29E8-8685B5670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38243C-7649-0C04-BF97-7B6006CC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69C508-8FE5-77B1-B9A8-6ECD29EA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364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7D458-08E3-3689-22C5-38E38BD2C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876D0E-575E-8002-F866-F8C2A10317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140CDC-B4E2-65FA-9B94-9002602E0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EBEA96-9D38-2D7E-009E-C4659DADF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227797-0586-F927-3CB8-9E2AFD87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8E71DD-BFFD-BB18-A172-FA3E83849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801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7195D-3FF4-0C18-1C63-651E5173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928DF8-0841-8839-BE7F-502FEB2E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F2C11E-3BF6-FF2A-C685-43EE09FDB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EBE24B-B034-5D78-1406-DBEED1D0D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FE3E1F-F791-03C2-B081-949724CFC1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C0E9CFC-FAF9-B537-7475-A4E40A12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7DF8CFD-7B0E-D1D3-FE90-3376425B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3608F8-2E71-A985-6643-1A249B39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1753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C8EB7-E4E8-6A2A-9963-B098172D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72C36AB-E8AD-48B3-E58B-903517CD4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68445D-73EE-4F88-B49E-806A9196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90B2BD-1D13-CC08-8468-F281C12A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5035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054B8F-F830-7A96-AEA9-B30BBFD3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F7A6C9-226E-B93E-B86F-9CF973AC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9375E71-5DD6-DD3B-FE83-B164C4C65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044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D5F3C-83D8-795B-66A8-AC39C3E4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A23402-E448-EC8A-C079-C59E79564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27245E-8D0E-E38C-5296-17EBE9C08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31594D-36D5-F276-8523-2E022E9C5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B75B7C-DC72-D4F0-965B-E387CC9C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9C9EB4-08E7-F4FD-95DF-1D9222236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16965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6477A-42A9-5B6F-EA8D-D9E184619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829095-CD1C-9FAA-3356-D38036EEF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D79990-41F4-8240-4FF9-09372D31C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0417AD-61A6-37A9-FC8C-B4F76BA5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D0A1D1-1371-0149-FE16-0DA4E087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FD0201-0DD3-AE2F-021E-2C321D28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230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02F82-1F0F-FB86-ED74-A670EBC5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85AC63-F664-B457-BCEB-2D45A4EC4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8D78E2-0F95-E897-046E-7A70220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8C3619-CB7F-C8EC-40C3-86375104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EA36C4-D390-667A-8DC6-CA8808A2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330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4C75599-6DF6-5F4F-DE13-D117AA957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76C000-FCC2-F330-9338-B9DC99129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838DE9-26BF-B479-40EF-0ACF50F1B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B94122-EA68-1E08-35C1-972C3457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B25FEB-B9F0-471C-B2C8-6E62EEC8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019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EA572A-FA47-C3FB-3C01-277D7008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903E89-D668-2A69-5F4E-8F27BEB5F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187D75-E49B-6E2C-D99F-2E1EC014D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009C9-B916-49E4-84E0-6BD5CDDEEAF3}" type="datetimeFigureOut">
              <a:rPr lang="es-MX" smtClean="0"/>
              <a:t>10/11/2025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749676-C4F0-2D16-B8FE-87F6FA53F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64D962-0AF5-3B9C-DD0D-F797FBAA0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E1A11-89DE-4D7F-BE4A-BCCAD2566A1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105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lipse 24">
            <a:extLst>
              <a:ext uri="{FF2B5EF4-FFF2-40B4-BE49-F238E27FC236}">
                <a16:creationId xmlns:a16="http://schemas.microsoft.com/office/drawing/2014/main" id="{EF6E0E80-4ABC-C764-B33A-AA3A01CF8F82}"/>
              </a:ext>
            </a:extLst>
          </p:cNvPr>
          <p:cNvSpPr/>
          <p:nvPr/>
        </p:nvSpPr>
        <p:spPr>
          <a:xfrm>
            <a:off x="9940741" y="50856"/>
            <a:ext cx="2507492" cy="2554902"/>
          </a:xfrm>
          <a:prstGeom prst="ellipse">
            <a:avLst/>
          </a:prstGeom>
          <a:solidFill>
            <a:schemeClr val="accent4">
              <a:lumMod val="60000"/>
              <a:lumOff val="40000"/>
              <a:alpha val="7686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DC54676F-DB43-D879-25C7-01ADD07AEE8E}"/>
              </a:ext>
            </a:extLst>
          </p:cNvPr>
          <p:cNvSpPr/>
          <p:nvPr/>
        </p:nvSpPr>
        <p:spPr>
          <a:xfrm>
            <a:off x="5684988" y="4292124"/>
            <a:ext cx="2552499" cy="2556113"/>
          </a:xfrm>
          <a:prstGeom prst="ellipse">
            <a:avLst/>
          </a:prstGeom>
          <a:solidFill>
            <a:srgbClr val="FFC000">
              <a:alpha val="5607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E15FDA08-56EC-F45A-21A0-5C76AE5683B9}"/>
              </a:ext>
            </a:extLst>
          </p:cNvPr>
          <p:cNvSpPr/>
          <p:nvPr/>
        </p:nvSpPr>
        <p:spPr>
          <a:xfrm>
            <a:off x="7187381" y="1848465"/>
            <a:ext cx="5686934" cy="5657303"/>
          </a:xfrm>
          <a:prstGeom prst="ellipse">
            <a:avLst/>
          </a:prstGeom>
          <a:solidFill>
            <a:srgbClr val="FF0000">
              <a:alpha val="4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7" name="Gráfico 16" descr="Investigación con relleno sólido">
            <a:extLst>
              <a:ext uri="{FF2B5EF4-FFF2-40B4-BE49-F238E27FC236}">
                <a16:creationId xmlns:a16="http://schemas.microsoft.com/office/drawing/2014/main" id="{5130573E-C8F2-5BD5-459E-86B112276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3471" y="179043"/>
            <a:ext cx="2298529" cy="229852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5DD341-AA91-A11C-0467-53D7B37BA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61" y="648929"/>
            <a:ext cx="6784258" cy="2953109"/>
          </a:xfrm>
        </p:spPr>
        <p:txBody>
          <a:bodyPr>
            <a:normAutofit/>
          </a:bodyPr>
          <a:lstStyle/>
          <a:p>
            <a:pPr algn="l"/>
            <a:r>
              <a:rPr lang="es-MX" sz="9600" b="1" dirty="0">
                <a:latin typeface="Century Gothic" panose="020B0502020202020204" pitchFamily="34" charset="0"/>
              </a:rPr>
              <a:t>Delito en Hermosillo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CFB073-B84A-D7A9-1E99-DD38C2075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3561" y="3602038"/>
            <a:ext cx="5889523" cy="1655762"/>
          </a:xfrm>
        </p:spPr>
        <p:txBody>
          <a:bodyPr/>
          <a:lstStyle/>
          <a:p>
            <a:pPr algn="l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Hallazgos clave del análisis exploratorio de datos (EDA)</a:t>
            </a:r>
          </a:p>
        </p:txBody>
      </p:sp>
      <p:pic>
        <p:nvPicPr>
          <p:cNvPr id="7" name="Gráfico 6" descr="Policía hombre con relleno sólido">
            <a:extLst>
              <a:ext uri="{FF2B5EF4-FFF2-40B4-BE49-F238E27FC236}">
                <a16:creationId xmlns:a16="http://schemas.microsoft.com/office/drawing/2014/main" id="{E79CD503-8AE2-0255-B40E-6B316B74F4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98021" y="1848465"/>
            <a:ext cx="5406445" cy="5406445"/>
          </a:xfrm>
          <a:prstGeom prst="rect">
            <a:avLst/>
          </a:prstGeom>
        </p:spPr>
      </p:pic>
      <p:pic>
        <p:nvPicPr>
          <p:cNvPr id="11" name="Gráfico 10" descr="Dirigir dos pines por un camino con relleno sólido">
            <a:extLst>
              <a:ext uri="{FF2B5EF4-FFF2-40B4-BE49-F238E27FC236}">
                <a16:creationId xmlns:a16="http://schemas.microsoft.com/office/drawing/2014/main" id="{A0AA0A34-BE77-E372-72FC-F4F99AB3A1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08275" y="4360949"/>
            <a:ext cx="2371630" cy="237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7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B8928-03FA-C5E8-F433-EC8B9AF8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sz="3200" b="1" dirty="0">
                <a:latin typeface="Century Gothic" panose="020B0502020202020204" pitchFamily="34" charset="0"/>
              </a:rPr>
              <a:t>Hallazgo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0AF5A5-291C-A4FD-4D32-ABAD004AD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5111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8635E-4C19-5B15-3FFD-AC662CA58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sz="3200" b="1" dirty="0">
                <a:latin typeface="Century Gothic" panose="020B0502020202020204" pitchFamily="34" charset="0"/>
              </a:rPr>
              <a:t>Hallazgo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9C2502-6382-56C8-FDC0-E78A17ABF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2516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F083C-BE77-06D0-24FA-0ABF28665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s-MX" sz="3200" b="1" dirty="0">
                <a:latin typeface="Century Gothic" panose="020B0502020202020204" pitchFamily="34" charset="0"/>
              </a:rPr>
              <a:t>Hallazgo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DE071-FDDC-2BF5-1B68-219517C1F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9290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A23DF-20CB-357D-D1EC-1B68ED6A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b="1" dirty="0">
                <a:latin typeface="Century Gothic" panose="020B0502020202020204" pitchFamily="34" charset="0"/>
              </a:rPr>
              <a:t>Conclusiones y próximos pasos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E3964D-4035-B67C-2EE4-6F3DD2CA0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076326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23</Words>
  <Application>Microsoft Office PowerPoint</Application>
  <PresentationFormat>Panorámica</PresentationFormat>
  <Paragraphs>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Century Gothic</vt:lpstr>
      <vt:lpstr>Tema de Office</vt:lpstr>
      <vt:lpstr>Delito en Hermosillo</vt:lpstr>
      <vt:lpstr>Hallazgo 1</vt:lpstr>
      <vt:lpstr>Hallazgo 2</vt:lpstr>
      <vt:lpstr>Hallazgo 3</vt:lpstr>
      <vt:lpstr>Conclusiones y próximos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ESTHEFANIA ORTEGA TANORI</dc:creator>
  <cp:lastModifiedBy>ESTHEFANIA ORTEGA TANORI</cp:lastModifiedBy>
  <cp:revision>1</cp:revision>
  <dcterms:created xsi:type="dcterms:W3CDTF">2025-11-11T02:36:45Z</dcterms:created>
  <dcterms:modified xsi:type="dcterms:W3CDTF">2025-11-11T05:29:52Z</dcterms:modified>
</cp:coreProperties>
</file>